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1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280160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04120" y="2148840"/>
            <a:ext cx="329184" cy="32918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3566160"/>
            <a:ext cx="621792" cy="6217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4572000"/>
            <a:ext cx="402336" cy="402336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66760" y="521208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88552" y="1536192"/>
            <a:ext cx="1115568" cy="612648"/>
          </a:xfrm>
          <a:prstGeom prst="line">
            <a:avLst/>
          </a:prstGeom>
          <a:ln w="25400">
            <a:solidFill>
              <a:srgbClr val="64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509760" y="2468880"/>
            <a:ext cx="685800" cy="1097280"/>
          </a:xfrm>
          <a:prstGeom prst="line">
            <a:avLst/>
          </a:prstGeom>
          <a:ln w="25400">
            <a:solidFill>
              <a:srgbClr val="64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3886200"/>
            <a:ext cx="1188720" cy="685800"/>
          </a:xfrm>
          <a:prstGeom prst="line">
            <a:avLst/>
          </a:prstGeom>
          <a:ln w="25400">
            <a:solidFill>
              <a:srgbClr val="64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49640" y="3794760"/>
            <a:ext cx="685800" cy="1417320"/>
          </a:xfrm>
          <a:prstGeom prst="line">
            <a:avLst/>
          </a:prstGeom>
          <a:ln w="25400">
            <a:solidFill>
              <a:srgbClr val="64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658368"/>
            <a:ext cx="7040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FOODBRIDGE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234440"/>
            <a:ext cx="7040880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Turning surplus food</a:t>
            </a:r>
          </a:p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into timely community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035808"/>
            <a:ext cx="67665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D6E5EF"/>
                </a:solidFill>
                <a:latin typeface="Aptos"/>
              </a:rPr>
              <a:t>Agentic food-rescue coordination  |  SDG 2: Zero Hunger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3822191"/>
            <a:ext cx="1024128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133087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B9CDDA"/>
                </a:solidFill>
                <a:latin typeface="Aptos"/>
              </a:rPr>
              <a:t>AICTE | IBM SkillsBuild Machine Learning &amp; Applied AI Internship 2026 | BharatCares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590288"/>
            <a:ext cx="649224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Shubha Sakshi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Dr. Akhilesh Das Gupta Institute of Professional Studies (ADGIPS), GGSIPU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13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6144768"/>
            <a:ext cx="6949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B9CDDA"/>
                </a:solidFill>
                <a:latin typeface="Aptos"/>
              </a:rPr>
              <a:t>Working student prototype • Human review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B6C6D3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B6C6D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01  •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Surplus food is time-sensitive; coordination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FoodBridge AI focuses on the handoff between a donor and a potential recipient.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73152" cy="1874519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01952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Short pickup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3136392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Surplus may only be available for a limited period. Donors need a quick way to describe quantity, category, location and deadline.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7373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737360"/>
            <a:ext cx="73152" cy="1874519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01952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Uncertain recipient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136392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Capacity, food type, travel distance and availability all affect whether a recipient is a plausible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7373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737360"/>
            <a:ext cx="73152" cy="1874519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01952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Safety needs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304288"/>
            <a:ext cx="3136392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Allergens, handling, temperature, transport and actual pickup must be confirmed by responsible humans.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41648"/>
            <a:ext cx="10991088" cy="117043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793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4B8A6"/>
                </a:solidFill>
                <a:latin typeface="Aptos"/>
              </a:rPr>
              <a:t>The project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24528"/>
            <a:ext cx="83210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Help a coordinator go from listing → shortlist → draft plan, while keeping verification and real-world decisions with people.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568756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26477"/>
                </a:solidFill>
                <a:latin typeface="Aptos"/>
              </a:rPr>
              <a:t>Alignment: United Nations Sustainable Development Goal 2 — Zero Hunger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02  •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A guided workflow for food-rescue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app supports the coordinator; it does not autonomously approve or execute a donation.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00784"/>
            <a:ext cx="3493008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700784"/>
            <a:ext cx="73152" cy="195681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For donors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Campus canteens, restaurants, bakeries and event organisers can enter surplus-food details in a structured listing.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00784"/>
            <a:ext cx="3493008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700784"/>
            <a:ext cx="73152" cy="1956816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65376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For recipients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67712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NGOs and community kitchens are represented in the demo shortlist, with profile fields such as area, capacity and accepted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00784"/>
            <a:ext cx="3493008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700784"/>
            <a:ext cx="73152" cy="1956816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65376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For coordinators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67712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The workflow makes required checks visible and prepares a draft enquiry for human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69080"/>
            <a:ext cx="2011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Prototype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498848"/>
            <a:ext cx="252374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" y="4645152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6451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636008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Valid listing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111496"/>
            <a:ext cx="215798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Missing required details stop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4498848"/>
            <a:ext cx="252374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4448" y="4645152"/>
            <a:ext cx="347472" cy="34747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46451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4636008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Match shortlist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5111496"/>
            <a:ext cx="215798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Explainable heuristic score and reasons.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98848"/>
            <a:ext cx="252374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82512" y="4645152"/>
            <a:ext cx="347472" cy="347472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6451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636008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Priority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11496"/>
            <a:ext cx="215798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Experimental ML: Low / Medium / High.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15984" y="4498848"/>
            <a:ext cx="252374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0576" y="4645152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6451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4636008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Message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3" y="5111496"/>
            <a:ext cx="215798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Gemini or local template; never auto-sent.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03  •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Plan → tools → results →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A bounded sequence of separate functions provides a traceable path from input to draft.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27632"/>
            <a:ext cx="772667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773936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64792"/>
            <a:ext cx="6958583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Validate listing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240280"/>
            <a:ext cx="7360919" cy="-548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Required fields, positive quantity and safety-check confirmation.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2322576"/>
            <a:ext cx="0" cy="137160"/>
          </a:xfrm>
          <a:prstGeom prst="line">
            <a:avLst/>
          </a:prstGeom>
          <a:ln w="19050">
            <a:solidFill>
              <a:srgbClr val="9B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2688" y="2487168"/>
            <a:ext cx="772667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633472"/>
            <a:ext cx="347472" cy="34747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24327"/>
            <a:ext cx="6958583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Match recipients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099815"/>
            <a:ext cx="7360919" cy="-548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Heuristic score considers category, capacity, illustrative distance and demo flag.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182111"/>
            <a:ext cx="0" cy="137161"/>
          </a:xfrm>
          <a:prstGeom prst="line">
            <a:avLst/>
          </a:prstGeom>
          <a:ln w="19050">
            <a:solidFill>
              <a:srgbClr val="9B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" y="3346704"/>
            <a:ext cx="772667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3493008"/>
            <a:ext cx="347472" cy="347472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493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483864"/>
            <a:ext cx="6958583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Predict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959352"/>
            <a:ext cx="7360919" cy="-548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Saved Random Forest demo estimates Low / Medium / High coordination priority.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4041648"/>
            <a:ext cx="0" cy="137160"/>
          </a:xfrm>
          <a:prstGeom prst="line">
            <a:avLst/>
          </a:prstGeom>
          <a:ln w="19050">
            <a:solidFill>
              <a:srgbClr val="9B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" y="4206240"/>
            <a:ext cx="772667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352544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43400"/>
            <a:ext cx="6958583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Draft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818888"/>
            <a:ext cx="7360919" cy="-548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Gemini wording with a safe template fallback.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00600" y="4901183"/>
            <a:ext cx="0" cy="137161"/>
          </a:xfrm>
          <a:prstGeom prst="line">
            <a:avLst/>
          </a:prstGeom>
          <a:ln w="19050">
            <a:solidFill>
              <a:srgbClr val="9B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2688" y="5065776"/>
            <a:ext cx="772667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97280" y="5212080"/>
            <a:ext cx="347472" cy="347472"/>
          </a:xfrm>
          <a:prstGeom prst="roundRect">
            <a:avLst/>
          </a:prstGeom>
          <a:solidFill>
            <a:srgbClr val="1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2120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202936"/>
            <a:ext cx="6958583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Human 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678424"/>
            <a:ext cx="7360919" cy="-548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Review organisation, capacity, allergens, handling, transport and pickup.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856231"/>
            <a:ext cx="2514600" cy="3383280"/>
          </a:xfrm>
          <a:prstGeom prst="roundRect">
            <a:avLst/>
          </a:prstGeom>
          <a:solidFill>
            <a:srgbClr val="D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2084831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Guardrails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53728" y="268833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4" y="2596896"/>
            <a:ext cx="1792224" cy="54178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D2D3D"/>
                </a:solidFill>
                <a:latin typeface="Aptos"/>
              </a:rPr>
              <a:t>No message sending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53728" y="324840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73184" y="3156965"/>
            <a:ext cx="1792224" cy="54178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D2D3D"/>
                </a:solidFill>
                <a:latin typeface="Aptos"/>
              </a:rPr>
              <a:t>No pickup confirmation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53728" y="3808475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3717035"/>
            <a:ext cx="1792224" cy="54178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D2D3D"/>
                </a:solidFill>
                <a:latin typeface="Aptos"/>
              </a:rPr>
              <a:t>Demo directory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53728" y="436854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4" y="4277106"/>
            <a:ext cx="1792224" cy="54178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D2D3D"/>
                </a:solidFill>
                <a:latin typeface="Aptos"/>
              </a:rPr>
              <a:t>Human approval mandatory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04  • 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Screen 1 — Create a food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Actual screenshot from the running Streamlit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7589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25312"/>
            <a:ext cx="7589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526477"/>
                </a:solidFill>
                <a:latin typeface="Aptos"/>
              </a:rPr>
              <a:t>Captured from the working app; the donor fills in fields and confirms the handling-check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783080"/>
            <a:ext cx="2834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Inputs captured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423160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9096" y="2331720"/>
            <a:ext cx="2660904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Donor / organisation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96265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9096" y="2871215"/>
            <a:ext cx="2660904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Food category and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502152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9096" y="3410712"/>
            <a:ext cx="2660904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Pickup locality and deadline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041648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9096" y="3950208"/>
            <a:ext cx="2660904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Preparation / packing 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581144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9096" y="4489704"/>
            <a:ext cx="2660904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Handling and allergen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5349240"/>
            <a:ext cx="2816352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5458968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Validation blocks incomplete listings.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05</a:t>
            </a:r>
          </a:p>
        </p:txBody>
      </p:sp>
      <p:pic>
        <p:nvPicPr>
          <p:cNvPr id="23" name="Picture 22" descr="01_Create_L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" y="2067547"/>
            <a:ext cx="7479792" cy="3317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05  • 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Screen 2 — Recipient shortlist + Gemini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Actual screenshot showing recipient match scores, Gemini-generated wording and the human-review warning.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909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925312"/>
            <a:ext cx="7909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526477"/>
                </a:solidFill>
                <a:latin typeface="Aptos"/>
              </a:rPr>
              <a:t>The app remains in demo mode; records are illustrative and the message is not 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What this demonstrates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395728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2304288"/>
            <a:ext cx="2569463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1D2D3D"/>
                </a:solidFill>
                <a:latin typeface="Aptos"/>
              </a:rPr>
              <a:t>Required-field checks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953512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2862072"/>
            <a:ext cx="2569463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1D2D3D"/>
                </a:solidFill>
                <a:latin typeface="Aptos"/>
              </a:rPr>
              <a:t>ML priority estimate is available in the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51129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3419856"/>
            <a:ext cx="2569463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1D2D3D"/>
                </a:solidFill>
                <a:latin typeface="Aptos"/>
              </a:rPr>
              <a:t>Recipient scores have explanations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069079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3977639"/>
            <a:ext cx="2569463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1D2D3D"/>
                </a:solidFill>
                <a:latin typeface="Aptos"/>
              </a:rPr>
              <a:t>Gemini generated a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4626864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4535424"/>
            <a:ext cx="2569463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1D2D3D"/>
                </a:solidFill>
                <a:latin typeface="Aptos"/>
              </a:rPr>
              <a:t>Human review remains mandatory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349240"/>
            <a:ext cx="2651760" cy="566928"/>
          </a:xfrm>
          <a:prstGeom prst="roundRect">
            <a:avLst/>
          </a:prstGeom>
          <a:solidFill>
            <a:srgbClr val="FF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5458968"/>
            <a:ext cx="2340864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No email or pickup is executed.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06</a:t>
            </a:r>
          </a:p>
        </p:txBody>
      </p:sp>
      <p:pic>
        <p:nvPicPr>
          <p:cNvPr id="23" name="Picture 22" descr="02_Gemini_Output(1.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3" y="2226526"/>
            <a:ext cx="7799831" cy="2999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06  • 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A genuine training pipeline — with an important data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saved model is loaded by the app and returns a Low / Medium / High coordination-priority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82496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682496"/>
            <a:ext cx="73152" cy="15727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847088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49424"/>
            <a:ext cx="3044952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RandomForestClassifier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120 trees • max depth 8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Saved with joblib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82496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682496"/>
            <a:ext cx="73152" cy="157276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9424"/>
            <a:ext cx="3044952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Food category code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Quantity (portions / units)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Age in hours • hours to deadline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682496"/>
            <a:ext cx="3429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682496"/>
            <a:ext cx="73152" cy="1572768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847088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249424"/>
            <a:ext cx="3044952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1,200 programmatically generated synthetic examples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Stratified 80/20 train/test 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94176"/>
            <a:ext cx="2880360" cy="120700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840480"/>
            <a:ext cx="2423160" cy="5577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92.1%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416552"/>
            <a:ext cx="25146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D0E0E9"/>
                </a:solidFill>
                <a:latin typeface="Aptos"/>
              </a:rPr>
              <a:t>holdout accuracy on synthetic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694176"/>
            <a:ext cx="7790688" cy="1207008"/>
          </a:xfrm>
          <a:prstGeom prst="roundRect">
            <a:avLst/>
          </a:prstGeom>
          <a:solidFill>
            <a:srgbClr val="FF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3886200"/>
            <a:ext cx="1554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4224528"/>
            <a:ext cx="715975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D3D"/>
                </a:solidFill>
                <a:latin typeface="Aptos"/>
              </a:rPr>
              <a:t>The target labels are generated from a hand-crafted urgency score. Accuracy shows the model approximates that synthetic rule; it is not validated real-world performance and must not be used to assess food safety.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49240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526477"/>
                </a:solidFill>
                <a:latin typeface="Aptos"/>
              </a:rPr>
              <a:t>Future upgrade: identify a real dataset with suitable documented labels before changing the target or claiming real-world predictive 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07  •  RECIPIENT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Matching is explainable — but not a trained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shortlist uses a transparent weighted heuristic over illustrative recipient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Category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801368"/>
            <a:ext cx="6080760" cy="25603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801368"/>
            <a:ext cx="6080760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773936"/>
            <a:ext cx="685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Capacity 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514600"/>
            <a:ext cx="6080760" cy="25603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2514600"/>
            <a:ext cx="4560570" cy="25603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87168"/>
            <a:ext cx="685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9544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Proximity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227832"/>
            <a:ext cx="6080760" cy="25603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88920" y="3227832"/>
            <a:ext cx="3040380" cy="256032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200400"/>
            <a:ext cx="685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22776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Demo flag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941063"/>
            <a:ext cx="6080760" cy="25603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88920" y="3941063"/>
            <a:ext cx="1520190" cy="256032"/>
          </a:xfrm>
          <a:prstGeom prst="roundRect">
            <a:avLst/>
          </a:prstGeom>
          <a:solidFill>
            <a:srgbClr val="1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913632"/>
            <a:ext cx="685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10%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764792"/>
            <a:ext cx="1508760" cy="2926080"/>
          </a:xfrm>
          <a:prstGeom prst="roundRect">
            <a:avLst/>
          </a:prstGeom>
          <a:solidFill>
            <a:srgbClr val="D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8128" y="1993392"/>
            <a:ext cx="1188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Important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2487168"/>
            <a:ext cx="1188720" cy="1691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D2D3D"/>
                </a:solidFill>
                <a:latin typeface="Aptos"/>
              </a:rPr>
              <a:t>The app sorts demo-flagged records ahead of unflagged records, then by score. “Demo verified” is not real-world partner verification.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75504"/>
            <a:ext cx="10789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526477"/>
                </a:solidFill>
                <a:latin typeface="Aptos"/>
              </a:rPr>
              <a:t>Designed for explanation and testing; not evidence that any real organisation can accept a donation.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08  • 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Gemini drafts language; it does not make operational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app uses Gemini for wording only and falls back to a local template if the API fails.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45643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73152" cy="193852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072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04288"/>
            <a:ext cx="3072384" cy="1243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D2D3D"/>
                </a:solidFill>
                <a:latin typeface="Aptos"/>
              </a:rPr>
              <a:t>Donor, food category, quantity, locality, proposed deadline, age notes and illustrative candidate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37360"/>
            <a:ext cx="345643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73152" cy="193852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3072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Prompt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04288"/>
            <a:ext cx="3072384" cy="1243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Do not invent facts, certify food safety, claim verification, promise pickup or say the message was 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37360"/>
            <a:ext cx="345643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737360"/>
            <a:ext cx="73152" cy="1938528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01952"/>
            <a:ext cx="3072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04288"/>
            <a:ext cx="3072384" cy="1243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A subject line and pickup enquiry asking a human to verify capacity, availability, allergens, handling, transport and pickup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96512"/>
            <a:ext cx="10881360" cy="96012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2514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Draft only — not 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51960"/>
            <a:ext cx="7452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6E5EF"/>
                </a:solidFill>
                <a:latin typeface="Aptos"/>
              </a:rPr>
              <a:t>No email integration or external message sending is implemented. The human reviewer must verify every material detail.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09  •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Small, modular stack that can be extended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current implementation is a single-file Streamlit prototype supported by a saved model and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254203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020824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20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011679"/>
            <a:ext cx="17739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762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Streamlit tabs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Listing • Agent • 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63824" y="2615184"/>
            <a:ext cx="256032" cy="0"/>
          </a:xfrm>
          <a:prstGeom prst="line">
            <a:avLst/>
          </a:prstGeom>
          <a:ln w="25400">
            <a:solidFill>
              <a:srgbClr val="95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56432" y="1874519"/>
            <a:ext cx="254203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21024" y="2020824"/>
            <a:ext cx="347472" cy="34747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020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8224" y="2011679"/>
            <a:ext cx="17739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1762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Python functions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Validation • Heuristic matching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98464" y="2615184"/>
            <a:ext cx="256032" cy="0"/>
          </a:xfrm>
          <a:prstGeom prst="line">
            <a:avLst/>
          </a:prstGeom>
          <a:ln w="25400">
            <a:solidFill>
              <a:srgbClr val="95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1874519"/>
            <a:ext cx="254203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55664" y="2020824"/>
            <a:ext cx="347472" cy="347472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020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2011679"/>
            <a:ext cx="17739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487168"/>
            <a:ext cx="21762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scikit-learn + joblib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Random Forest demo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33104" y="2615184"/>
            <a:ext cx="256032" cy="0"/>
          </a:xfrm>
          <a:prstGeom prst="line">
            <a:avLst/>
          </a:prstGeom>
          <a:ln w="25400">
            <a:solidFill>
              <a:srgbClr val="95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25712" y="1874519"/>
            <a:ext cx="254203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2020824"/>
            <a:ext cx="347472" cy="3474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2020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011679"/>
            <a:ext cx="17739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0243A"/>
                </a:solidFill>
                <a:latin typeface="Aptos"/>
              </a:rPr>
              <a:t>GenAI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487168"/>
            <a:ext cx="21762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Google Gen AI SDK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26477"/>
                </a:solidFill>
                <a:latin typeface="Aptos"/>
              </a:rPr>
              <a:t>Gemini draft + template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77639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Project files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507992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416552"/>
            <a:ext cx="4901183" cy="3520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app.py — main Streamlit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78324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786884"/>
            <a:ext cx="4901183" cy="3520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train_model.py — trains demo classifier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248656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157216"/>
            <a:ext cx="4901183" cy="3520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foodbridge_priority_model.joblib — saved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18988"/>
            <a:ext cx="91440" cy="91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527548"/>
            <a:ext cx="4901183" cy="3520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requirements.txt — Python dependencies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986784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Security 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416552"/>
            <a:ext cx="489204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D3D"/>
                </a:solidFill>
                <a:latin typeface="Aptos"/>
              </a:rPr>
              <a:t>Keep .streamlit/secrets.toml local; never commit the Gemini API key to a public repository. Add the secrets file to .gitignore before any GitHub upload.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10  • 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Dashboard — session-only activity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Actual screenshot from the current app; figures reflect sample entries in one session, not real-world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664208"/>
            <a:ext cx="6995160" cy="34290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6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42597"/>
            <a:ext cx="6684264" cy="23052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8096" y="4471416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A6F84"/>
                </a:solidFill>
                <a:latin typeface="Aptos"/>
              </a:rPr>
              <a:t>Actual app screenshot • session-only sample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1664208"/>
            <a:ext cx="3776472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1664208"/>
            <a:ext cx="3776472" cy="73152"/>
          </a:xfrm>
          <a:prstGeom prst="rect">
            <a:avLst/>
          </a:prstGeom>
          <a:solidFill>
            <a:srgbClr val="17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190195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22941"/>
                </a:solidFill>
                <a:latin typeface="Aptos"/>
              </a:rPr>
              <a:t>Metrics shown in this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450592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7B7A4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248716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22941"/>
                </a:solidFill>
                <a:latin typeface="Aptos"/>
              </a:rPr>
              <a:t>sample listings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218688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7B7A4"/>
                </a:solidFill>
                <a:latin typeface="Aptos"/>
              </a:rPr>
              <a:t>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325526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22941"/>
                </a:solidFill>
                <a:latin typeface="Aptos"/>
              </a:rPr>
              <a:t>total portions / units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986784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7B7A4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402336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22941"/>
                </a:solidFill>
                <a:latin typeface="Aptos"/>
              </a:rPr>
              <a:t>awaiting review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74152" y="3044952"/>
            <a:ext cx="3246120" cy="0"/>
          </a:xfrm>
          <a:prstGeom prst="line">
            <a:avLst/>
          </a:prstGeom>
          <a:ln w="10160">
            <a:solidFill>
              <a:srgbClr val="D6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74152" y="3813048"/>
            <a:ext cx="3246120" cy="0"/>
          </a:xfrm>
          <a:prstGeom prst="line">
            <a:avLst/>
          </a:prstGeom>
          <a:ln w="10160">
            <a:solidFill>
              <a:srgbClr val="D6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21792" y="5376672"/>
            <a:ext cx="10945368" cy="676656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F6D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5504688"/>
            <a:ext cx="104881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22941"/>
                </a:solidFill>
                <a:latin typeface="Aptos"/>
              </a:rPr>
              <a:t>Important: these are session-only demo entries. They do not represent meals delivered, confirmed pickups, verified partners or measured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4B8A6"/>
                </a:solidFill>
                <a:latin typeface="Aptos"/>
              </a:rPr>
              <a:t>11  •  RESPONSIBLE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From classroom prototype to a credible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26477"/>
                </a:solidFill>
                <a:latin typeface="Aptos"/>
              </a:rPr>
              <a:t>The next two months can focus on evidence, model quality and a supervised pilot—not just extra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73152" cy="1417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8280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Now — submission-ready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04288"/>
            <a:ext cx="482803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Document current behavior accurately; include real screenshots; keep the synthetic-data limitation visible; protect the API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737360"/>
            <a:ext cx="73152" cy="14173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01952"/>
            <a:ext cx="48280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Weeks 1–2 — data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304288"/>
            <a:ext cx="482803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Find a real dataset with documented provenance and a target that aligns with the proposed task. Inspect labels, licence and missingness.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73152" cy="1417320"/>
          </a:xfrm>
          <a:prstGeom prst="roundRect">
            <a:avLst/>
          </a:prstGeom>
          <a:solidFill>
            <a:srgbClr val="758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48280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Weeks 3–6 — model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82803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EDA, preprocessing, baseline, model comparison, leakage-aware evaluation and error analysis on suitable real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5204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3520440"/>
            <a:ext cx="73152" cy="1417320"/>
          </a:xfrm>
          <a:prstGeom prst="roundRect">
            <a:avLst/>
          </a:prstGeom>
          <a:solidFill>
            <a:srgbClr val="1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685032"/>
            <a:ext cx="48280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Weeks 7–8 —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087368"/>
            <a:ext cx="482803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D2D3D"/>
                </a:solidFill>
                <a:latin typeface="Aptos"/>
              </a:rPr>
              <a:t>Integrate cautiously; test with verified partners only if available and consented; document limitations and measure actual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76672"/>
            <a:ext cx="1069848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Safety principle: no model prediction can certify food safety or replace responsible human judgement.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708294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70829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9875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FOODBRIDGE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987552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AI that supports people</a:t>
            </a:r>
          </a:p>
          <a:p>
            <a:pPr algn="l">
              <a:spcAft>
                <a:spcPts val="3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coordinating food rescue.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9784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CEE3EC"/>
                </a:solidFill>
                <a:latin typeface="Aptos"/>
              </a:rPr>
              <a:t>Validate • Rank • Estimate priority • Draft •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11430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297680"/>
            <a:ext cx="4572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9509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B9CDDA"/>
                </a:solidFill>
                <a:latin typeface="Aptos"/>
              </a:rPr>
              <a:t>Shubha Sakshi  |  Dr. Akhilesh Das Gupta Institute of Professional Studies (ADGIPS), GGSIPU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33872"/>
            <a:ext cx="10515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B9CDDA"/>
                </a:solidFill>
                <a:latin typeface="Aptos"/>
              </a:rPr>
              <a:t>Current prototype: illustrative recipient data, synthetic-data ML demo, Gemini message drafts, human approval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7498079" cy="155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B6C6D3"/>
                </a:solidFill>
                <a:latin typeface="Aptos"/>
              </a:rPr>
              <a:t>FOODBRIDGE AI  •  STUDENT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5624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B6C6D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FoodBridge AI Presentation</dc:title>
  <dc:subject>Agentic food-rescue coordination prototype</dc:subject>
  <dc:creator>Shubha Sakshi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